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097280"/>
            <a:ext cx="73152" cy="2743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972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trade-acceptor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Trade Processing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reliably ingest, validate, persist and distribute FX trades across the platform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PLATFORM  · 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Trying to Achieve?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trade-acceptor service is the backbone of our FX trade distribution pipeline. It solves a fundamental challenge: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6400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56232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reliable service receives all FX trades from upstream, removing ambiguity about where trades enter the platform.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417320"/>
            <a:ext cx="6400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508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856232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trade is validated, enriched and persisted via stored procedure before anything downstream is notified.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88920"/>
            <a:ext cx="64008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80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Distribution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227832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systems subscribe to trade-bus independently — the acceptor doesn't care who listens or how many there are.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278892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2788920"/>
            <a:ext cx="64008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880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by Design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3227832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trade is silently lost. Failures are captured in middleware-resilience so support can replay after debugging.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278892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2788920"/>
            <a:ext cx="64008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880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Streamlining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3227832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 logic is simplified and streamlined, making trade processing flows easier to maintain and debug.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28800" cy="1005840"/>
          </a:xfrm>
          <a:prstGeom prst="rect">
            <a:avLst/>
          </a:prstGeom>
          <a:solidFill>
            <a:srgbClr val="1E3A4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98755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960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Solace queue · Protobuf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1417320"/>
            <a:ext cx="20116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914400"/>
            <a:ext cx="1828800" cy="1005840"/>
          </a:xfrm>
          <a:prstGeom prst="rect">
            <a:avLst/>
          </a:prstGeom>
          <a:solidFill>
            <a:srgbClr val="1E3A4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42032" y="98755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960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141732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Enrich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166420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· Transform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0" y="1417320"/>
            <a:ext cx="20116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914400"/>
            <a:ext cx="1828800" cy="1005840"/>
          </a:xfrm>
          <a:prstGeom prst="rect">
            <a:avLst/>
          </a:prstGeom>
          <a:solidFill>
            <a:srgbClr val="1E3A4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53712" y="98755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960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141732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166420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 → Trade DB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09360" y="1417320"/>
            <a:ext cx="20116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914400"/>
            <a:ext cx="1828800" cy="1005840"/>
          </a:xfrm>
          <a:prstGeom prst="rect">
            <a:avLst/>
          </a:prstGeom>
          <a:solidFill>
            <a:srgbClr val="1E3A4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65392" y="98755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960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141732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Publish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166420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 → trade-bus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89520" y="731520"/>
            <a:ext cx="12801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731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trade-bus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CONCERNS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514600"/>
            <a:ext cx="2743200" cy="1188720"/>
          </a:xfrm>
          <a:prstGeom prst="rect">
            <a:avLst/>
          </a:prstGeom>
          <a:solidFill>
            <a:srgbClr val="1B2E42"/>
          </a:solidFill>
          <a:ln w="12700">
            <a:solidFill>
              <a:srgbClr val="2D4A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25786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Archive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294436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XML stored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audit &amp; replay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83280" y="2514600"/>
            <a:ext cx="2743200" cy="1188720"/>
          </a:xfrm>
          <a:prstGeom prst="rect">
            <a:avLst/>
          </a:prstGeom>
          <a:solidFill>
            <a:srgbClr val="1B2E42"/>
          </a:solidFill>
          <a:ln w="12700">
            <a:solidFill>
              <a:srgbClr val="2D4A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25786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middleware-resilience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520440" y="294436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failures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replay ↺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9360" y="2514600"/>
            <a:ext cx="2743200" cy="1188720"/>
          </a:xfrm>
          <a:prstGeom prst="rect">
            <a:avLst/>
          </a:prstGeom>
          <a:solidFill>
            <a:srgbClr val="1B2E42"/>
          </a:solidFill>
          <a:ln w="12700">
            <a:solidFill>
              <a:srgbClr val="2D4A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25786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46520" y="294436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· ELK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· Mimir · Tempo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B1520"/>
          </a:solidFill>
          <a:ln w="12700">
            <a:solidFill>
              <a:srgbClr val="0B15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FLOW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trade-bus: Open Distribution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service that needs FX trade data can subscribe to trade-bus. No changes to trade-acceptor required.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0" y="1463040"/>
            <a:ext cx="219456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1463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trade-bus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Solace · Protobuf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0" y="1143000"/>
            <a:ext cx="2377440" cy="59436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1887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adaptor-a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Downstream 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0" y="1440180"/>
            <a:ext cx="5486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965960"/>
            <a:ext cx="2377440" cy="59436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0116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adaptor-b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Downstream 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2263140"/>
            <a:ext cx="5486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788920"/>
            <a:ext cx="2377440" cy="59436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834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adaptor-c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Downstream 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3086100"/>
            <a:ext cx="5486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0" y="1440180"/>
            <a:ext cx="0" cy="164592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429000"/>
            <a:ext cx="23774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309360" y="3429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consumer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subscribe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12344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120700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trade-acceptor publishes once — all consumers receive independently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189280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18653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downstream system requires zero changes to trade-acceptor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55117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52374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adaptor transforms the Protobuf into whatever format their downstream expects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20954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182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Protobuf schema is the contract — versioned, typed, efficient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MODEL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thoughts, concerns?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2560320" cy="384048"/>
          </a:xfrm>
          <a:prstGeom prst="rect">
            <a:avLst/>
          </a:prstGeom>
          <a:solidFill>
            <a:srgbClr val="1E3A4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4688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2468880"/>
            <a:ext cx="2560320" cy="384048"/>
          </a:xfrm>
          <a:prstGeom prst="rect">
            <a:avLst/>
          </a:prstGeom>
          <a:solidFill>
            <a:srgbClr val="1E3A4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24688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Enrich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2468880"/>
            <a:ext cx="2560320" cy="384048"/>
          </a:xfrm>
          <a:prstGeom prst="rect">
            <a:avLst/>
          </a:prstGeom>
          <a:solidFill>
            <a:srgbClr val="1E3A4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24688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via SP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2560320" cy="384048"/>
          </a:xfrm>
          <a:prstGeom prst="rect">
            <a:avLst/>
          </a:prstGeom>
          <a:solidFill>
            <a:srgbClr val="1E3A4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175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trade-bus pub/sub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3017520"/>
            <a:ext cx="2560320" cy="384048"/>
          </a:xfrm>
          <a:prstGeom prst="rect">
            <a:avLst/>
          </a:prstGeom>
          <a:solidFill>
            <a:srgbClr val="1E3A4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30175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middleware-resilience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3017520"/>
            <a:ext cx="2560320" cy="384048"/>
          </a:xfrm>
          <a:prstGeom prst="rect">
            <a:avLst/>
          </a:prstGeom>
          <a:solidFill>
            <a:srgbClr val="1E3A4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30175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B1520"/>
          </a:solidFill>
          <a:ln w="12700">
            <a:solidFill>
              <a:srgbClr val="0B15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trade-acceptor  ·  FX PLATFORM  ·  ENGINEERING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FX Trade Processing Architecture</dc:title>
  <dc:subject>PptxGenJS Presentation</dc:subject>
  <dc:creator>PptxGenJS</dc:creator>
  <cp:lastModifiedBy>PptxGenJS</cp:lastModifiedBy>
  <cp:revision>1</cp:revision>
  <dcterms:created xsi:type="dcterms:W3CDTF">2026-02-26T03:59:39Z</dcterms:created>
  <dcterms:modified xsi:type="dcterms:W3CDTF">2026-02-26T03:59:39Z</dcterms:modified>
</cp:coreProperties>
</file>