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640080"/>
            <a:ext cx="9089136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1280160"/>
            <a:ext cx="9089136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" y="1920240"/>
            <a:ext cx="9089136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" y="2560320"/>
            <a:ext cx="9089136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" y="3200400"/>
            <a:ext cx="9089136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" y="3840480"/>
            <a:ext cx="9089136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" y="4480560"/>
            <a:ext cx="9089136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914400"/>
            <a:ext cx="21945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914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trade-acceptor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4173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FX Trade Processing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reliably ingest, validate, persist and distribute FX trades across the platform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 PLATFORM  · 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Trying to Achieve?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trade-acceptor service is the backbone of our FX trade distribution pipeline. It solves a fundamental challenge: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1328"/>
            <a:ext cx="54864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95681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reliable service receives all FX trades from upstream, removing ambiguity about where trades enter the platform.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81328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81328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10912" y="195681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 is validated, enriched and persisted via stored procedure before anything downstream is notified.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54864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273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Distribution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35844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systems subscribe to trade-bus independently — the acceptor doesn't care who listens or how many there are.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108960"/>
            <a:ext cx="54864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273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35844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 is silently lost. Failures are captured in middleware-resilience so support can replay after debugging.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371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138074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71907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Solace queue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 payload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55648" y="1531620"/>
            <a:ext cx="27432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75104" y="1467612"/>
            <a:ext cx="54864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9968" y="960120"/>
            <a:ext cx="1371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1051560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21408" y="138074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Enrich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21408" y="171907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· Transform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01568" y="1531620"/>
            <a:ext cx="27432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21024" y="1467612"/>
            <a:ext cx="54864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75888" y="960120"/>
            <a:ext cx="1371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051560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67328" y="138074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67328" y="171907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Stored proc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 DB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47488" y="1531620"/>
            <a:ext cx="27432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66944" y="1467612"/>
            <a:ext cx="54864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21808" y="960120"/>
            <a:ext cx="1371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94960" y="1051560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13248" y="138074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Publish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13248" y="171907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 → trade-bus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93408" y="1531620"/>
            <a:ext cx="32918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67728" y="1467612"/>
            <a:ext cx="54864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5472" y="841248"/>
            <a:ext cx="1664208" cy="1316736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05472" y="96926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trade-bus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05472" y="129844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Solace queue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Protobuf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to all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2377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SUPPORTING CONCERNS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697480"/>
            <a:ext cx="272491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2697480"/>
            <a:ext cx="2724912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2788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Archive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3090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XML stored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audit &amp; replay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55848" y="2697480"/>
            <a:ext cx="2724912" cy="1371600"/>
          </a:xfrm>
          <a:prstGeom prst="rect">
            <a:avLst/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55848" y="2697480"/>
            <a:ext cx="2724912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93008" y="2788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middleware-resilience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93008" y="3090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Captures failures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 replay ↺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54496" y="2697480"/>
            <a:ext cx="2724912" cy="13716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54496" y="2697480"/>
            <a:ext cx="272491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2788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91656" y="3090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 · ELK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 · Mimir · Tempo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FLOW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trade-bus: Open Distribution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service that needs FX trade data can subscribe to trade-bus. No changes to trade-acceptor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64208"/>
            <a:ext cx="2377440" cy="9144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trade-bus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Solace · Protobuf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2121408"/>
            <a:ext cx="822960" cy="-630936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2121408"/>
            <a:ext cx="82296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121408"/>
            <a:ext cx="822960" cy="630936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21408"/>
            <a:ext cx="50292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931920" y="1216152"/>
            <a:ext cx="19202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12801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adaptor-a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15270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Downstream 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0" y="1847088"/>
            <a:ext cx="19202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23360" y="19110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adaptor-b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1579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Downstream 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2478024"/>
            <a:ext cx="192024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0" y="2542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adaptor-c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2788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Downstream 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847088"/>
            <a:ext cx="1828800" cy="548640"/>
          </a:xfrm>
          <a:prstGeom prst="rect">
            <a:avLst/>
          </a:prstGeom>
          <a:solidFill>
            <a:srgbClr val="F5F2EB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858000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consumer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157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 subscribe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2999232"/>
            <a:ext cx="8046720" cy="0"/>
          </a:xfrm>
          <a:prstGeom prst="line">
            <a:avLst/>
          </a:prstGeom>
          <a:noFill/>
          <a:ln w="12700">
            <a:solidFill>
              <a:srgbClr val="E5E2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14553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1272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trade-acceptor publishes once — all consumers receive independently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54787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5295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downstream system requires zero changes to trade-acceptor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950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9319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adaptor transforms the Protobuf into whatever format their downstream expects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35254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433425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Protobuf schema is the contract — versioned, typed, efficient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8280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DISTRIBUTION MODEL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trade-acceptor  ·  FX PLATFORM  ·  ENGINEERING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0058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thoughts, concerns?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1481328" cy="31089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entry point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21992" y="3291840"/>
            <a:ext cx="1481328" cy="31089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21992" y="329184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&amp; Enrich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03904" y="3291840"/>
            <a:ext cx="1481328" cy="31089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329184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 via SP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85816" y="3291840"/>
            <a:ext cx="1481328" cy="31089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85816" y="329184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trade-bus pub/sub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67728" y="3291840"/>
            <a:ext cx="1481328" cy="31089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329184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middleware-resilience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3730752"/>
            <a:ext cx="1481328" cy="31089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3075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 Acceptor Architecture</dc:title>
  <dc:subject>PptxGenJS Presentation</dc:subject>
  <dc:creator>PptxGenJS</dc:creator>
  <cp:lastModifiedBy>PptxGenJS</cp:lastModifiedBy>
  <cp:revision>1</cp:revision>
  <dcterms:created xsi:type="dcterms:W3CDTF">2026-02-24T17:26:13Z</dcterms:created>
  <dcterms:modified xsi:type="dcterms:W3CDTF">2026-02-24T17:26:13Z</dcterms:modified>
</cp:coreProperties>
</file>